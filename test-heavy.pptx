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88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651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عربي اختبار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2026-07-13T09:05:58Z</dcterms:created>
  <dcterms:modified xsi:type="dcterms:W3CDTF">2026-07-13T09:05:58Z</dcterms:modified>
</cp:coreProperties>
</file>